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AI-Driven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下流（理想実装）からInputを逆算する</a:t>
            </a:r>
          </a:p>
          <a:p>
            <a:r>
              <a:t>再現性のための設計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ゴール（下流）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クリーンアーキテクチャで統一したい</a:t>
            </a:r>
          </a:p>
          <a:p>
            <a:pPr/>
            <a:r>
              <a:t>誰が実装しても同じ構成/命名/クラス/メソッド</a:t>
            </a:r>
          </a:p>
          <a:p>
            <a:pPr/>
            <a:r>
              <a:t>AIが迷わない再現性を作る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逆算の考え方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先に“理想実装”を固定する</a:t>
            </a:r>
          </a:p>
          <a:p>
            <a:pPr/>
            <a:r>
              <a:t>その実装が成立するためのInputを定義する</a:t>
            </a:r>
          </a:p>
          <a:p>
            <a:pPr/>
            <a:r>
              <a:t>Inputが揃えば実装が自動的に一致する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理想実装（固定ルール）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レイヤー固定: Domain / Application / Infrastructure / Interface</a:t>
            </a:r>
          </a:p>
          <a:p>
            <a:pPr/>
            <a:r>
              <a:t>依存方向: 外 → 内のみ</a:t>
            </a:r>
          </a:p>
          <a:p>
            <a:pPr/>
            <a:r>
              <a:t>モジュール: task / user / auth / notification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必要Input（逆算）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構成</a:t>
            </a:r>
          </a:p>
          <a:p>
            <a:pPr lvl="1"/>
            <a:r>
              <a:t>ディレクトリ構成を固定</a:t>
            </a:r>
          </a:p>
          <a:p>
            <a:pPr lvl="1"/>
            <a:r>
              <a:t>命名規約を固定</a:t>
            </a:r>
          </a:p>
          <a:p>
            <a:pPr/>
            <a:r>
              <a:t>責務</a:t>
            </a:r>
          </a:p>
          <a:p>
            <a:pPr lvl="1"/>
            <a:r>
              <a:t>各レイヤーの役割を明文化</a:t>
            </a:r>
          </a:p>
          <a:p>
            <a:pPr/>
            <a:r>
              <a:t>依存</a:t>
            </a:r>
          </a:p>
          <a:p>
            <a:pPr lvl="1"/>
            <a:r>
              <a:t>外→内の制約を明文化</a:t>
            </a:r>
          </a:p>
          <a:p>
            <a:pPr/>
            <a:r>
              <a:t>機能</a:t>
            </a:r>
          </a:p>
          <a:p>
            <a:pPr lvl="1"/>
            <a:r>
              <a:t>User/Task/Notificationの最小要件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Clean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依存方向が明確で実装がブレない</a:t>
            </a:r>
          </a:p>
          <a:p>
            <a:pPr/>
            <a:r>
              <a:t>責務が固定されレビューが容易</a:t>
            </a:r>
          </a:p>
          <a:p>
            <a:pPr/>
            <a:r>
              <a:t>AI生成でも再現性が高い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awesome‑agent‑skills からの学び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Skill = レシピカード（必要な時だけ読む）</a:t>
            </a:r>
          </a:p>
          <a:p>
            <a:pPr/>
            <a:r>
              <a:t>指示書があるとAIの行動が標準化される</a:t>
            </a:r>
          </a:p>
          <a:p>
            <a:pPr/>
            <a:r>
              <a:t>このリポジトリ自体を“Skill”として使える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このリポジトリの役割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docs/ai がInput→設計→実装計画を提供</a:t>
            </a:r>
          </a:p>
          <a:p>
            <a:pPr/>
            <a:r>
              <a:t>docs/implementation が最終実装の型を固定</a:t>
            </a:r>
          </a:p>
          <a:p>
            <a:pPr/>
            <a:r>
              <a:t>src は最小コード例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下流（理想実装）を固定 → 必要Inputを逆算</a:t>
            </a:r>
          </a:p>
          <a:p>
            <a:pPr/>
            <a:r>
              <a:t>同じInputなら同じ実装になる</a:t>
            </a:r>
          </a:p>
          <a:p>
            <a:pPr/>
            <a:r>
              <a:t>再現性が“品質”を保証する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