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Input → 設計 → 実装の必然性</a:t>
            </a:r>
          </a:p>
          <a:p>
            <a:r>
              <a:t>ToDoモノリスの意図説明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このリポジトリの意図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“なぜその実装が正しいか”を、上流Inputから逆算して示す</a:t>
            </a:r>
          </a:p>
          <a:p>
            <a:pPr/>
            <a:r>
              <a:t>AIが迷わないための“判断基準の鎖”を文書化</a:t>
            </a:r>
          </a:p>
          <a:p>
            <a:pPr/>
            <a:r>
              <a:t>モノリス実装の“正しさ”を再現可能にする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上流Input（前提）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目的: 迅速に価値検証できるToDoアプリ</a:t>
            </a:r>
          </a:p>
          <a:p>
            <a:pPr/>
            <a:r>
              <a:t>チーム: 1–3人の小規模</a:t>
            </a:r>
          </a:p>
          <a:p>
            <a:pPr/>
            <a:r>
              <a:t>トラフィック: 低〜中、単一リージョン</a:t>
            </a:r>
          </a:p>
          <a:p>
            <a:pPr/>
            <a:r>
              <a:t>制約: 単一アプリ / 単一DB / 低オペレーション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なぜこのInputが良いか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小規模チーム → 複雑な分散設計はコスト過多</a:t>
            </a:r>
          </a:p>
          <a:p>
            <a:pPr/>
            <a:r>
              <a:t>低〜中規模負荷 → 早期最適化は不要</a:t>
            </a:r>
          </a:p>
          <a:p>
            <a:pPr/>
            <a:r>
              <a:t>単一リージョン → ネットワーク分断を避けられる</a:t>
            </a:r>
          </a:p>
          <a:p>
            <a:pPr/>
            <a:r>
              <a:t>“速さ優先” → ドキュメント主導の合意形成が効く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設計判断（Input → Design）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単一DB: 運用負荷を最小化</a:t>
            </a:r>
          </a:p>
          <a:p>
            <a:pPr/>
            <a:r>
              <a:t>モノリス: 変更容易性と開発速度を最大化</a:t>
            </a:r>
          </a:p>
          <a:p>
            <a:pPr/>
            <a:r>
              <a:t>ジョブは同一プロセス: 追加インフラ不要</a:t>
            </a:r>
          </a:p>
          <a:p>
            <a:pPr/>
            <a:r>
              <a:t>REST API: CRUDに最適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実装指針（Design → Implementation）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モジュール分割</a:t>
            </a:r>
          </a:p>
          <a:p>
            <a:pPr lvl="1"/>
            <a:r>
              <a:t>auth / users / tasks / notifications / shared</a:t>
            </a:r>
          </a:p>
          <a:p>
            <a:pPr/>
            <a:r>
              <a:t>API</a:t>
            </a:r>
          </a:p>
          <a:p>
            <a:pPr lvl="1"/>
            <a:r>
              <a:t>signup/login, tasks CRUD, users/me</a:t>
            </a:r>
          </a:p>
          <a:p>
            <a:pPr/>
            <a:r>
              <a:t>通知</a:t>
            </a:r>
          </a:p>
          <a:p>
            <a:pPr lvl="1"/>
            <a:r>
              <a:t>日次 + 15分スキャンのin-processジョブ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なぜこの実装が『実装すべき』か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Inputに対して最短距離で価値を出す</a:t>
            </a:r>
          </a:p>
          <a:p>
            <a:pPr/>
            <a:r>
              <a:t>変更が多い初期フェーズに最適</a:t>
            </a:r>
          </a:p>
          <a:p>
            <a:pPr/>
            <a:r>
              <a:t>AIが“迷わない”再現性がある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このリポジトリの使い方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docs/ai で Input → 要件 → 設計 → 計画を確認</a:t>
            </a:r>
          </a:p>
          <a:p>
            <a:pPr/>
            <a:r>
              <a:t>docs/implementation で実装指針を参照</a:t>
            </a:r>
          </a:p>
          <a:p>
            <a:pPr/>
            <a:r>
              <a:t>src のNode実装は最小の参考コード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将来の分岐（参考）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負荷/変更頻度が局所的に増大したら分割を検討</a:t>
            </a:r>
          </a:p>
          <a:p>
            <a:pPr/>
            <a:r>
              <a:t>最初に切り出し候補: notifications</a:t>
            </a:r>
          </a:p>
          <a:p>
            <a:pPr/>
            <a:r>
              <a:t>それでもまずはモノリスで十分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